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Flink Orchestrator — Production OOM Incident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&amp; remediation · OpenShift (OCP) production environment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FBF0F1"/>
          </a:solidFill>
          <a:ln w="9525">
            <a:solidFill>
              <a:srgbClr val="E5C4C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276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536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1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Issue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70432" y="181051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Flink jobs failing with OutOfMemory errors in OCP production, while the same workload runs stably on the VM environment.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577840" cy="3063240"/>
          </a:xfrm>
          <a:prstGeom prst="roundRect">
            <a:avLst>
              <a:gd name="adj" fmla="val 2388"/>
            </a:avLst>
          </a:prstGeom>
          <a:solidFill>
            <a:srgbClr val="F4F5F7"/>
          </a:solidFill>
          <a:ln w="9525">
            <a:solidFill>
              <a:srgbClr val="D9DDE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8950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816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Happened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Under-allocated CPU in OCP: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pods ran with only 0.5 CPU, vs 8 cores on the VM.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22960" y="37947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GC selected by JVM ergonomics: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&lt; 2 CPUs, the JVM treated the pod as a “small machine” and fell back to Serial GC instead of G1 — GC couldn't keep pace with heap pressure.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22960" y="4617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Undersized memory: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and JobManager each capped at 3 GB — insufficient headroom for the production workload.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822960" y="53218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constrained CPU → Serial GC → slow reclamation → heap exhaustion → OOM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46520" y="1417320"/>
            <a:ext cx="5166360" cy="4343400"/>
          </a:xfrm>
          <a:prstGeom prst="roundRect">
            <a:avLst>
              <a:gd name="adj" fmla="val 1684"/>
            </a:avLst>
          </a:prstGeom>
          <a:solidFill>
            <a:srgbClr val="F0F7F3"/>
          </a:solidFill>
          <a:ln w="9525">
            <a:solidFill>
              <a:srgbClr val="BFDCC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60934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68312" y="15361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— Align OCP with VM Sizing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057400"/>
          <a:ext cx="4709160" cy="914400"/>
        </p:xfrm>
        <a:graphic>
          <a:graphicData uri="http://schemas.openxmlformats.org/drawingml/2006/table">
            <a:tbl>
              <a:tblPr/>
              <a:tblGrid>
                <a:gridCol w="1883664"/>
                <a:gridCol w="1412748"/>
                <a:gridCol w="141274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(OCP Prod)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(Fix)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Flink CPU allocation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JobManager CPU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(shared)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CPUs dedicated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TaskManager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JobManager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selected by JVM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31E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GC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E7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GC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675120" y="4709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VM-class CPU lets JVM ergonomics select G1 GC; doubled memory restores headroom for TaskManager and JobManager.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2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 to OCP production — monitoring GC behavior and heap utilization post-change.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2026-07-22T07:58:13Z</dcterms:created>
  <dcterms:modified xsi:type="dcterms:W3CDTF">2026-07-22T07:58:13Z</dcterms:modified>
</cp:coreProperties>
</file>