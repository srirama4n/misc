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Dialogflow CX →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System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patterns, schema bridging &amp; memory design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097280" cy="457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 ·  Dialogflow CX  ·  A2A  ·  Kafka + Flink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 → Kafka → Flink → (Dialogflow CX or Supervisor)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2801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2801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28016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Orchestrator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1554480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1554480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1554480"/>
            <a:ext cx="3657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88720" y="27432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(legacy flows)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2651760"/>
            <a:ext cx="7772400" cy="256032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697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Agentic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017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4069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AnswerHub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4069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40690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3520440"/>
            <a:ext cx="-1325880" cy="5486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3520440"/>
            <a:ext cx="0" cy="5486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75320" y="3520440"/>
            <a:ext cx="1325880" cy="5486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332720" y="3794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Adapter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32520" y="3268980"/>
            <a:ext cx="1600200" cy="75438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332720" y="4023360"/>
            <a:ext cx="-7498080" cy="-100584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52160" y="1828800"/>
            <a:ext cx="-3840480" cy="9144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83680" y="1828800"/>
            <a:ext cx="1234440" cy="11887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0292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flows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56235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623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 APIs  (business logic)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60720" y="56235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5623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(short-term)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78240" y="56235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5623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(long-term)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11680" y="3291840"/>
            <a:ext cx="274320" cy="23317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035040" y="4572000"/>
            <a:ext cx="-3291840" cy="10515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818120" y="4572000"/>
            <a:ext cx="-4617720" cy="10515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601200" y="4572000"/>
            <a:ext cx="-5943600" cy="10515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412480" y="4572000"/>
            <a:ext cx="-1097280" cy="105156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818120" y="3611880"/>
            <a:ext cx="1783080" cy="2011680"/>
          </a:xfrm>
          <a:prstGeom prst="line">
            <a:avLst/>
          </a:prstGeom>
          <a:noFill/>
          <a:ln w="19050">
            <a:solidFill>
              <a:srgbClr val="4B5563"/>
            </a:solidFill>
            <a:prstDash val="dash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Integration Options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based on migration stage and control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657600" cy="4846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3657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Manager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both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flows untouched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GOOD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to maintain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state translation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routing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5669280"/>
            <a:ext cx="36576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for safe, gradual migration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1463040"/>
            <a:ext cx="3657600" cy="4846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463040"/>
            <a:ext cx="36576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600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262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ADK supervisor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28346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owns its session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migration path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ADK-native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GOOD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Mid-flow interruption hard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latency per turn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state layers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5669280"/>
            <a:ext cx="36576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here once supervisor is primary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1463040"/>
            <a:ext cx="3657600" cy="4846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463040"/>
            <a:ext cx="365760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1600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supervisor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28346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GOOD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389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multi-turn 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DF capabilities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Rewrite, not migrate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5669280"/>
            <a:ext cx="36576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unless DF is just NLU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1 — State Manager in Front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router decides: Dialogflow or Supervisor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0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4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Mgr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8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5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2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Redis/Mongo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29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16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0760" y="201168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00760" y="173736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flight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0760" y="225856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270760" y="198424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40760" y="250545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540760" y="223113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turn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0760" y="275234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10760" y="247802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90760" y="2999232"/>
            <a:ext cx="-508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810760" y="2724912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DF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10760" y="324612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810760" y="297180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detect_intent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3493008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080760" y="3218688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160760" y="3739896"/>
            <a:ext cx="-508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080760" y="3465576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80760" y="3986784"/>
            <a:ext cx="-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810760" y="3712464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currentPage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10760" y="4233672"/>
            <a:ext cx="-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000760" y="395935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4251960"/>
            <a:ext cx="879856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251960"/>
            <a:ext cx="879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turn — topic change detected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00760" y="4727448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000760" y="4453128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card balance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0760" y="4791456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85080" y="4791456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10760" y="4956048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5176520" y="4745736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switch mode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10760" y="522122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4810760" y="494690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DF state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10760" y="5468112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4810760" y="5193792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50760" y="571500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7350760" y="544068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task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620760" y="5961888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8620760" y="5687568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get_balance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1160760" y="6208776"/>
            <a:ext cx="-254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8620760" y="5934456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620760" y="6455664"/>
            <a:ext cx="-762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1000760" y="6181344"/>
            <a:ext cx="76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response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2 — Dialogflow as Sub-Agent under ADK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delegates via A2A adapter; native sub-agents look the same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0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4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Adapter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8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5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2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Redis/Mongo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29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16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0760" y="201168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00760" y="173736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flight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0760" y="225856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270760" y="198424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40760" y="250545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540760" y="223113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0760" y="275234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10760" y="247802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0760" y="281635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85080" y="28163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0760" y="2980944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176520" y="2770632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delegate to DF sub-agent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10760" y="324612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810760" y="297180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tasks/send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493008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080760" y="3218688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session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80760" y="373989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080760" y="346557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detect_intent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50760" y="3986784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350760" y="3712464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160760" y="4233672"/>
            <a:ext cx="-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7350760" y="395935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50760" y="4480560"/>
            <a:ext cx="-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6080760" y="420624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currentPage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80760" y="4727448"/>
            <a:ext cx="-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810760" y="445312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response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10760" y="4974336"/>
            <a:ext cx="-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000760" y="4700016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to?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user asks about card balance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00760" y="5468112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1000760" y="519379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balance?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10760" y="5532120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85080" y="5532120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10760" y="569671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5176520" y="5486400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delegate to Cards Agent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10760" y="5961888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4810760" y="5687568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task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620760" y="6208776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8620760" y="5934456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get_balance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1160760" y="6455664"/>
            <a:ext cx="-254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8620760" y="6181344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620760" y="6702552"/>
            <a:ext cx="-762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1000760" y="6428232"/>
            <a:ext cx="76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response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3 — Dialogflow as a Tool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owns state; Dialogflow used only for NLU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0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94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1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Tool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8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5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75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2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2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Redis/Mongo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292080" y="1097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208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160760" y="1554480"/>
            <a:ext cx="0" cy="5212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0760" y="201168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00760" y="173736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flight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70760" y="225856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270760" y="198424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40760" y="2505456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540760" y="223113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0760" y="2752344"/>
            <a:ext cx="508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10760" y="2478024"/>
            <a:ext cx="50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10760" y="281635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85080" y="281635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0760" y="2980944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176520" y="2770632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call DF for NLU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10760" y="3246120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810760" y="2971800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query_dialogflow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3493008"/>
            <a:ext cx="127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080760" y="3218688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detect_intent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50760" y="3739896"/>
            <a:ext cx="-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080760" y="3465576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params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80760" y="3986784"/>
            <a:ext cx="-127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4810760" y="3712464"/>
            <a:ext cx="127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10760" y="4050792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85080" y="4050792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10760" y="4215384"/>
            <a:ext cx="2743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176520" y="4005072"/>
            <a:ext cx="81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next action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0760" y="4480560"/>
            <a:ext cx="635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810760" y="4206240"/>
            <a:ext cx="63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booking API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1160760" y="4727448"/>
            <a:ext cx="-635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810760" y="4453128"/>
            <a:ext cx="635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10760" y="4974336"/>
            <a:ext cx="-381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1000760" y="4700016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options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992624"/>
            <a:ext cx="879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card question — native sub-agent still works normally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00760" y="5468112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1000760" y="5193792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balance?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10760" y="5715000"/>
            <a:ext cx="381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4810760" y="544068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620760" y="5961888"/>
            <a:ext cx="2540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8620760" y="5687568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get_balance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1160760" y="6208776"/>
            <a:ext cx="-254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8620760" y="5934456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620760" y="6455664"/>
            <a:ext cx="-7620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1000760" y="6181344"/>
            <a:ext cx="76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Memory + currentPage = Resume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one checkpoint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371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Minutes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Redis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"Are you still mid-flow?"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1371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0632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063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Hours →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MongoDB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happened earlier today?"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0560"/>
            <a:ext cx="137160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461772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Permanent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MongoDB + vector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"Any unfinished business across sessions?"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37160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currentPage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checkpoint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2514600"/>
            <a:ext cx="4846320" cy="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0175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recovery after DF's 30-min expiry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from the exact page a webhook failed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supervisor interruption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 snapshots for debugging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resume across long-term memory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534924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persist currentPage + parameters on every turn.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insurance, massive resilience win.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gradual, reversible path from Dialogflow CX to fully agentic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6204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1737360"/>
            <a:ext cx="731520" cy="7315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 in Front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611880"/>
            <a:ext cx="210312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untouched. Supervisor stood up next to it. Flink routing rules decide per flow.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3566160"/>
            <a:ext cx="27432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21031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6204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737360"/>
            <a:ext cx="731520" cy="73152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under ADK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611880"/>
            <a:ext cx="2103120" cy="0"/>
          </a:xfrm>
          <a:prstGeom prst="line">
            <a:avLst/>
          </a:prstGeom>
          <a:noFill/>
          <a:ln w="952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becomes primary. Remaining DF flows wrapped as A2A sub-agents. Retire one at a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3566160"/>
            <a:ext cx="27432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21031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62047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1737360"/>
            <a:ext cx="731520" cy="731520"/>
          </a:xfrm>
          <a:prstGeom prst="ellipse">
            <a:avLst/>
          </a:prstGeom>
          <a:solidFill>
            <a:srgbClr val="5EEAD4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ADK everywhere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9680" y="3611880"/>
            <a:ext cx="2103120" cy="0"/>
          </a:xfrm>
          <a:prstGeom prst="line">
            <a:avLst/>
          </a:prstGeom>
          <a:noFill/>
          <a:ln w="9525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flows replaced by native ADK sub-agents (AnswerHub, Cards, Transaction, …). DF retired.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 is the seam. Migration = updating Flink routing rules, not rewriting apps.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Dialogflow CX + Agentic Integration</dc:title>
  <dc:subject>PptxGenJS Presentation</dc:subject>
  <dc:creator>Sri</dc:creator>
  <cp:lastModifiedBy>Sri</cp:lastModifiedBy>
  <cp:revision>1</cp:revision>
  <dcterms:created xsi:type="dcterms:W3CDTF">2026-04-18T13:09:38Z</dcterms:created>
  <dcterms:modified xsi:type="dcterms:W3CDTF">2026-04-18T13:09:38Z</dcterms:modified>
</cp:coreProperties>
</file>