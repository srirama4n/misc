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017520"/>
            <a:ext cx="6217920" cy="6217920"/>
          </a:xfrm>
          <a:prstGeom prst="ellipse">
            <a:avLst/>
          </a:prstGeom>
          <a:solidFill>
            <a:srgbClr val="C1121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112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4721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Tachyon Plays Its Role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banking scenario per capability — so the product team can see, not just read, where Tachyon wins. Resiliency, adaptive model pairing and model fusion come built in via the Tachyon AI Bridge.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9385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34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capabilities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90088" y="4434840"/>
            <a:ext cx="19385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0088" y="4434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 case each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57216" y="4434840"/>
            <a:ext cx="247802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57216" y="443484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Bridge by default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Fargo  ·  Platform Comparison v2, told through customer journeys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TACHYON AI BRIDGE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Resiliency, adaptive pairing &amp; model fusion — on by default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talks to one Bridge. The Bridge — not the agent — decides which model serves the request, retries on failure, pairs models for the job, and fuses multiple model outputs into one answer.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9172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" y="2519172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Agent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140964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3140964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Mgmt Agent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76275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" y="3762756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Agent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384548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" y="43845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Hub Agent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253746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738628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09160" y="31958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AI BRIDGE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73752" y="352501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 — auto-retry &amp; failover on 429/503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pairing — right model per task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fusion — blend outputs into one answer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464040" y="2519172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1E7B4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500616" y="2519172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464040" y="3140964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2B5C8A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500616" y="3140964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464040" y="376275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500616" y="3762756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464040" y="4384548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B579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500616" y="43845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/ OSS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46404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pool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24912" y="2747772"/>
            <a:ext cx="1865376" cy="932688"/>
          </a:xfrm>
          <a:prstGeom prst="line">
            <a:avLst/>
          </a:prstGeom>
          <a:noFill/>
          <a:ln w="2222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2724912" y="3369564"/>
            <a:ext cx="1865376" cy="310896"/>
          </a:xfrm>
          <a:prstGeom prst="line">
            <a:avLst/>
          </a:prstGeom>
          <a:noFill/>
          <a:ln w="2222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2724912" y="3991356"/>
            <a:ext cx="1865376" cy="-310896"/>
          </a:xfrm>
          <a:prstGeom prst="line">
            <a:avLst/>
          </a:prstGeom>
          <a:noFill/>
          <a:ln w="2222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2724912" y="4613148"/>
            <a:ext cx="1865376" cy="-932688"/>
          </a:xfrm>
          <a:prstGeom prst="line">
            <a:avLst/>
          </a:prstGeom>
          <a:noFill/>
          <a:ln w="2222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7388352" y="3680460"/>
            <a:ext cx="2048256" cy="-932688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7388352" y="3680460"/>
            <a:ext cx="2048256" cy="-31089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7388352" y="3680460"/>
            <a:ext cx="2048256" cy="31089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7388352" y="3680460"/>
            <a:ext cx="2048256" cy="932688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4068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1440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stay simple. The Bridge handles model strategy, uptime and quality centrally — so resiliency, pairing and fusion are platform defaults, not per-agent engineering.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999232" y="41148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51206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328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BRIDGE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1 / 13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better or cheaper model ships, can we just switch?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gets a price cut and a new OSS model beats Gemini on intent accuracy. Product wants to move the Transactions Agent to the cheaper model this sprint — without a rebuild.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6" name="Shape 11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7" name="Text 12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by design. The AI Bridge swaps Gemini → GPT-4o → Claude → OSS via registry config. Same agents, same tools.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2816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2" name="Shape 16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17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7680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Google Cloud NLU. Real model freedom still means re-platforming the agent.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0768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8" name="Shape 21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9" name="Text 22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5632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supports third-party models (Claude, GPT, OSS) via Model Garden — but still hosted and governed inside Google Cloud.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48640" y="4645152"/>
            <a:ext cx="1106424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685800" y="475488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AI BRIDGE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31520" y="508827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768096" y="5088270"/>
            <a:ext cx="1161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166360" y="4914534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5212080" y="491453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BRIDGE
</a:t>
            </a:r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via config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10058400" y="468593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10094976" y="468593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10058400" y="517971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B5C8A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10094976" y="517971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10058400" y="567348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10094976" y="567348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OSS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1993392" y="5371734"/>
            <a:ext cx="3145536" cy="0"/>
          </a:xfrm>
          <a:prstGeom prst="line">
            <a:avLst/>
          </a:prstGeom>
          <a:noFill/>
          <a:ln w="2857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7022592" y="5371734"/>
            <a:ext cx="3008376" cy="-49377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46" name="Shape 38"/>
          <p:cNvSpPr/>
          <p:nvPr/>
        </p:nvSpPr>
        <p:spPr>
          <a:xfrm>
            <a:off x="7022592" y="5371734"/>
            <a:ext cx="3008376" cy="0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7022592" y="5371734"/>
            <a:ext cx="3008376" cy="49377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Tachyon and Gemini CX now offer model choice — but only Tachyon runs that choice on WF infrastructure, free of a single cloud.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CONTROL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907792" y="41148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51206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184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BRIDGE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2 / 13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Card agent hallucinates — can we tighten just that one agent?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Management Agent occasionally invents replacement timelines. Product wants temperature lowered and token caps tightened for that agent only, leaving the Spending Agent untouched.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6" name="Shape 11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7" name="Text 12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per-model control (temp, top-P, tokens) in registry.yml, with per-agent overrides through the Bridge.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2" name="Shape 16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17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model parameters. The NLU is a black box you cannot tune.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8" name="Shape 21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9" name="Text 22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params and tuning options now exist, but control is exposed through Google's platform, not your own config.</a:t>
            </a:r>
            <a:endParaRPr lang="en-US" sz="12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gives engineers direct, version-controlled model settings per agent — surgical fixes instead of platform defaults.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PAIRING, FAILOVER &amp; FUSION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36592" y="41148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51206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BRIDGE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3 / 13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returns 429s at peak. Do customers see errors — or not?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Friday-evening payday traffic spikes and the primary model throws 429/503 errors. For a hard query, product also wants two models to answer and the best result returned.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6" name="Shape 11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7" name="Text 12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Bridge does this by default: round-robin / priority routing, auto-failover on 429/503, plus model fusion across models.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2816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2" name="Shape 16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17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7680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NLU engine. No failover and no pairing — errors reach the customer.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07680" y="2999232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8" name="Shape 21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2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56320" y="3602736"/>
            <a:ext cx="277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per agent at runtime. No native failover or output fusion.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48640" y="4645152"/>
            <a:ext cx="1106424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685800" y="475488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AI BRIDGE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31520" y="508827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C112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768096" y="5088270"/>
            <a:ext cx="1161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166360" y="4914534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5212080" y="491453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BRIDGE
</a:t>
            </a:r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+ fusion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10058400" y="468593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10094976" y="468593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OK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10058400" y="517971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B5C8A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10094976" y="517971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10058400" y="567348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 w="9525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10094976" y="567348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opinion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1993392" y="5371734"/>
            <a:ext cx="3145536" cy="0"/>
          </a:xfrm>
          <a:prstGeom prst="line">
            <a:avLst/>
          </a:prstGeom>
          <a:noFill/>
          <a:ln w="28575">
            <a:solidFill>
              <a:srgbClr val="C1121F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7022592" y="5371734"/>
            <a:ext cx="3008376" cy="-49377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46" name="Shape 38"/>
          <p:cNvSpPr/>
          <p:nvPr/>
        </p:nvSpPr>
        <p:spPr>
          <a:xfrm>
            <a:off x="7022592" y="5371734"/>
            <a:ext cx="3008376" cy="0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7022592" y="5371734"/>
            <a:ext cx="3008376" cy="493776"/>
          </a:xfrm>
          <a:prstGeom prst="line">
            <a:avLst/>
          </a:prstGeom>
          <a:noFill/>
          <a:ln w="22225">
            <a:solidFill>
              <a:srgbClr val="2B5C8A"/>
            </a:solidFill>
            <a:prstDash val="solid"/>
            <a:tailEnd type="triangle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Resiliency, pairing and fusion ship in the box — the customer experience stays up during the spikes that matter most.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/ RAG INGESTION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4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Hub must quote policy correctly from 400-page PDFs.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asks about overdraft-fee rules. The Answer Hub Agent must retrieve the exact policy clause from dense disclosure documents — accurately, with the right passage.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 pipeline: semantic / hybrid search, custom embeddings, and re-rankers for precise retrieval.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RAG. You must design and build the whole pipeline yourself.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data-store grounding, but limited control over how documents are chunked and split.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chunking and re-ranking is the difference between citing the right clause and confidently quoting the wrong one.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/ TESTING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5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release, how do we prove the agent is safe and correct?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won't sign off until we can show the assistant doesn't give bad financial advice and passes a regression suite. Product needs evidence, in CI, every build.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evals + LLM-as-judge + Arize traces + pytest integration baked into the pipeline.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intent test cases only. No guardrail testing for unsafe responses.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playbook evaluation now exists, but a custom guardrail-eval framework still needs building.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eval harness lets us ship with compliance-grade evidence instead of crossing our fingers after deploy.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(SESSION STATE)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6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Mid-conversation, the customer is handed to another agent. Is context lost?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disputing a charge is routed from the Transactions Agent to the Card Management Agent. They should NOT have to re-explain the dispute — state must carry across agents.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with configurable TTL, multi-cluster, SSL/mTLS — and true cross-agent shared state.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params are string key-value only and expire with the session.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conversation history, but no custom, shapeable cross-agent state store.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cross-agent state is what makes a multi-agent handoff feel like one assistant, not a phone tree.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7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assistant remember the customer next week?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returning customer who set a savings goal last month checks in. The assistant should recall their goal and preferences — not greet them as a stranger every session.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backed by PostgreSQL / MongoDB / Elasticsearch. Memory persists across sessions.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available. Every session starts from a blank slate.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as true memory. Data stores serve RAG, not personalized recall.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unlocks genuine personalization and proactive service — a key differentiator for retail banking.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8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an agent from looping forever or calling the wrong tool?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confused agent keeps re-calling a money-movement tool in a loop, burning tokens and risking a duplicate transfer. Product needs hard, declarative limits on behavior.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loop detection, safe-tool policies, and goal-drift checks — all declarative YAML.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An agent can loop infinitely with no limits.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filters and Model Armor exist, but no budgeting or fine-grained tool-call control.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guardrails make agent behavior bounded and auditable — non-negotiable when real money is in play.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9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specialist agents must collaborate — how do they talk?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('move money, then tell me my new limit') spans the Transfer, Accounts and Rates agents. They must discover and message each other cleanly, with secure token exchange.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with send_message, automatic agent discovery, and token exchange.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chaining only. No native agent-to-agent communication.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ships the A2A protocol and playbook routing — capable, but standardized on Google's stack.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Tachyon's A2A is the backbone of Agentic Fargo and runs on our own infrastructure, not a single vendor's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10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spiked at 2pm. Which agent, which tool, how many tokens?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report slow replies. The team needs to trace a single conversation across agents and tools, see token usage and latency, and export traces to their own tooling.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+ OpenTelemetry: token usage, tool calls, and latency traces, fully exportable.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Logging only. No custom trace exporters.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ops with some OTel support, but trace export stays within Google's tooling.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exportable traces turn 'it feels slow' into a precise root cause we can fix the same day.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COMPLIANCE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11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Risk needs to approve this. One review, or thirteen?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WF's Model Risk Management process must approve the assistant. Product wants a single, coherent approval — not a separate sign-off for every capability we bolted 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guardrails + evals + observability embedded → a single approval surface.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build a compliance layer; each capability needs separate approval.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B5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B5791F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governance built in now, but enterprise MMR on WF terms still requires custom work.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MMR-aligned platform shortens the path from 'built' to 'approved to launch' — often the real bottleneck in banking.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12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this run on our own infrastructure, with our data?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requires customer data to stay on Wells Fargo infrastructure (OCP), not flow through a third-party cloud. Product needs an on-prem-capable deployment path.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via the EPLX pipeline. Runs on WF infrastructure with no cloud dependency.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only. Cannot deploy on-prem or on OCP.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only. Even third-party models run inside Google's environment.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WF infrastructure keeps sensitive customer data in our control — frequently a hard regulatory requirement.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  ·  13 / 13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usage triples next quarter, does the bill triple too?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4F5F8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98448" y="2121408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succeeds and volume grows fast. Finance wants a predictable run-rate, not a per-request bill that scales unpredictably with every successful launch.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E8F3EC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E7B4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255264"/>
            <a:ext cx="3505200" cy="256032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 SDK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platform: predictable cost, no per-request billing.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2816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2816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9" name="Shape 14"/>
          <p:cNvSpPr/>
          <p:nvPr/>
        </p:nvSpPr>
        <p:spPr>
          <a:xfrm>
            <a:off x="432816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446532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(GDF)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3639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680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pricing. Costs scale unpredictably with traffic.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07680" y="2999232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FBE9EA"/>
          </a:solidFill>
          <a:ln w="12700">
            <a:solidFill>
              <a:srgbClr val="DD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07680" y="2999232"/>
            <a:ext cx="3505200" cy="512064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5" name="Shape 19"/>
          <p:cNvSpPr/>
          <p:nvPr/>
        </p:nvSpPr>
        <p:spPr>
          <a:xfrm>
            <a:off x="8107680" y="3255264"/>
            <a:ext cx="35052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0"/>
          <p:cNvSpPr/>
          <p:nvPr/>
        </p:nvSpPr>
        <p:spPr>
          <a:xfrm>
            <a:off x="8244840" y="2999232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CX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6393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56320" y="3602736"/>
            <a:ext cx="277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plus per-agent seat, and partner models bill on top. Costs scale with volume.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09904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economics mean success doesn't punish us — we can scale adoption without a runaway cloud bill.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286000"/>
            <a:ext cx="6400800" cy="6400800"/>
          </a:xfrm>
          <a:prstGeom prst="ellipse">
            <a:avLst/>
          </a:prstGeom>
          <a:solidFill>
            <a:srgbClr val="C1121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across all 13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842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</a:t>
            </a:r>
            <a:pPr algn="l" indent="0" marL="0">
              <a:buNone/>
            </a:pPr>
            <a:r>
              <a:rPr lang="en-US" sz="13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tune, swap and constrain models ourselves — and the AI Bridge makes that a config change.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71576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0837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715768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 </a:t>
            </a:r>
            <a:pPr algn="l" indent="0" marL="0">
              <a:buNone/>
            </a:pPr>
            <a:r>
              <a:rPr lang="en-US" sz="13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Failover, adaptive pairing and model fusion are AI Bridge defaults, not per-agent work.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22960" y="373989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0325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739896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 </a:t>
            </a:r>
            <a:pPr algn="l" indent="0" marL="0">
              <a:buNone/>
            </a:pPr>
            <a:r>
              <a:rPr lang="en-US" sz="13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Evals, observability, MMR alignment and on-prem deployment satisfy compliance and security.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22960" y="476402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5663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7640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  </a:t>
            </a:r>
            <a:pPr algn="l" indent="0" marL="0">
              <a:buNone/>
            </a:pPr>
            <a:r>
              <a:rPr lang="en-US" sz="135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internal cost instead of a bill that scales with our own success.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Tachyon AI Bridge lets Agentic Fargo own its model strategy, its safety, and its costs.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Tachyon SDK — Use-Case View for Product (v2)</dc:title>
  <dc:subject>PptxGenJS Presentation</dc:subject>
  <dc:creator>Tachyon SDK</dc:creator>
  <cp:lastModifiedBy>Tachyon SDK</cp:lastModifiedBy>
  <cp:revision>1</cp:revision>
  <dcterms:created xsi:type="dcterms:W3CDTF">2026-06-17T11:48:57Z</dcterms:created>
  <dcterms:modified xsi:type="dcterms:W3CDTF">2026-06-17T11:48:57Z</dcterms:modified>
</cp:coreProperties>
</file>