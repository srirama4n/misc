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32004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0"/>
            <a:ext cx="320040" cy="6858000"/>
          </a:xfrm>
          <a:prstGeom prst="rect">
            <a:avLst/>
          </a:prstGeom>
          <a:solidFill>
            <a:srgbClr val="C2407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Tool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tool. Three teams. Zero missed translations.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4114800"/>
            <a:ext cx="109728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Key-based translation, 40+ languages, and TaaS cache warm-up — for Product, Eng, and QA.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problems we keep hitting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</a:rPr>
              <a:t>Today, every team works around translation gaps with manual effort and missed handoffs.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37560" cy="41148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337560" cy="237744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
</a:t>
            </a:r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looks wrong, but I can't verify without asking a dev to build and show me."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launching a new language — I have no idea what's in place or who owns each step."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3337560" cy="1783080"/>
          </a:xfrm>
          <a:prstGeom prst="rect">
            <a:avLst/>
          </a:prstGeom>
          <a:solidFill>
            <a:srgbClr val="0E9F8E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61772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TOOL FIXES IT
</a:t>
            </a:r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preview shows real rendering instantly.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Language Wizard guides PM end-to-end.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411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6916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2103120"/>
            <a:ext cx="3337560" cy="237744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194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
</a:t>
            </a:r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new language, we miss steps — someone forgets to register the locale or warm the cache."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no visibility into whether warm-up worked or which keys are still fetched live."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4526280"/>
            <a:ext cx="3337560" cy="1783080"/>
          </a:xfrm>
          <a:prstGeom prst="rect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461772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TOOL FIXES IT
</a:t>
            </a:r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Auto-checklist ensures nothing is missed.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warm-up view + cache hit/miss diagnostics.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1040" y="1691640"/>
            <a:ext cx="3337560" cy="411480"/>
          </a:xfrm>
          <a:prstGeom prst="rect">
            <a:avLst/>
          </a:prstGeom>
          <a:solidFill>
            <a:srgbClr val="C2407A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916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2103120"/>
            <a:ext cx="3337560" cy="237744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1945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2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
</a:t>
            </a:r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"Regression means manually diffing spreadsheets across builds — hours of work, still missing things."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languages have no baseline — we build test cases from scratch every time."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21040" y="4526280"/>
            <a:ext cx="3337560" cy="1783080"/>
          </a:xfrm>
          <a:prstGeom prst="rect">
            <a:avLst/>
          </a:prstGeom>
          <a:solidFill>
            <a:srgbClr val="C2407A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1772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2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TOOL FIXES IT
</a:t>
            </a:r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→ auto-diff replaces manual comparison.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pack auto-generated from initial dump.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Translation Tool?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</a:rPr>
              <a:t>A unified key-based translation platform with multi-language support and TaaS cache warm-up.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Key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home.welcome_title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23774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languages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766560" y="23774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String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"Willkommen…"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0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875520" y="23774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/ Fallback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pt-BR → pt → 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463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by key or raw text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493776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48463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preview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493776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48463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language chains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3949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TaaS cache warm-up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548640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53949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&amp; diff for regression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548640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53949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 (PM/Dev/QA)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Manager —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332720" y="502920"/>
            <a:ext cx="1280160" cy="36576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0" y="502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Flagship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109728" cy="224028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In-App Preview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sees exactly how a translation renders in real UI. Spots issues without filing a ticket.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691640"/>
            <a:ext cx="109728" cy="224028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New Language Wizard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onboarding: fallback rules, key prioritization, warm-up trigger, sign-off — one flow.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160520"/>
            <a:ext cx="109728" cy="224028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Dashboard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overview of complete vs. incomplete translations per locale — at a glance.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4160520"/>
            <a:ext cx="109728" cy="224028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Cache Warm-up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49377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TaaS pre-warm before a launch or traffic spike — no engineering needed.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—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332720" y="502920"/>
            <a:ext cx="1280160" cy="3657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0" y="502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Flagship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109728" cy="2240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Cache Diagnostics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keys are cache-hit vs. live-fetched. Tune warm-up scope for new languages.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691640"/>
            <a:ext cx="109728" cy="2240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New Language Checklist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Auto-generated: register locale → map keys → trigger warm-up → validate SDK.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160520"/>
            <a:ext cx="109728" cy="2240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Explorer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translation key, view all locale values, copy for code use instantly.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4160520"/>
            <a:ext cx="109728" cy="2240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Bulk Key Import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49377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JSON/CSV to onboard new locale keys without manual entry.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Engineer —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332720" y="502920"/>
            <a:ext cx="1280160" cy="365760"/>
          </a:xfrm>
          <a:prstGeom prst="rect">
            <a:avLst/>
          </a:prstGeom>
          <a:solidFill>
            <a:srgbClr val="C2407A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0" y="502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Flagship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109728" cy="2240280"/>
          </a:xfrm>
          <a:prstGeom prst="rect">
            <a:avLst/>
          </a:prstGeom>
          <a:solidFill>
            <a:srgbClr val="C2407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Translation Dump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full snapshot of all key values per locale. Becomes the regression baseline for next build.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691640"/>
            <a:ext cx="109728" cy="2240280"/>
          </a:xfrm>
          <a:prstGeom prst="rect">
            <a:avLst/>
          </a:prstGeom>
          <a:solidFill>
            <a:srgbClr val="C2407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Regression Pack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test pack from initial dump. Run against warm-up to confirm new locale is complete.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160520"/>
            <a:ext cx="109728" cy="2240280"/>
          </a:xfrm>
          <a:prstGeom prst="rect">
            <a:avLst/>
          </a:prstGeom>
          <a:solidFill>
            <a:srgbClr val="C240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Key Detector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locales: surface any key present in source but absent in a target language.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532120" cy="224028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4160520"/>
            <a:ext cx="109728" cy="2240280"/>
          </a:xfrm>
          <a:prstGeom prst="rect">
            <a:avLst/>
          </a:prstGeom>
          <a:solidFill>
            <a:srgbClr val="C2407A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Placeholder Validator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49377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broken variables like {username} or %d items after translation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Language Flow — Coordinated Across All Three Teams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25880" y="1554480"/>
            <a:ext cx="548640" cy="548640"/>
          </a:xfrm>
          <a:prstGeom prst="ellipse">
            <a:avLst/>
          </a:prstGeom>
          <a:solidFill>
            <a:srgbClr val="0E9F8E"/>
          </a:solidFill>
          <a:ln w="254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58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Wizard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fallback rules, prioritizes key groups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548640" cy="54864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Generated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2971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locale, map keys, config SDK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989320" y="1554480"/>
            <a:ext cx="548640" cy="54864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Triggered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971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 for Dev &amp; PM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rgbClr val="C2407A"/>
          </a:solidFill>
          <a:ln w="25400">
            <a:solidFill>
              <a:srgbClr val="C24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380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Pack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43800" y="2971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initial dump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7260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0652760" y="1554480"/>
            <a:ext cx="548640" cy="548640"/>
          </a:xfrm>
          <a:prstGeom prst="ellipse">
            <a:avLst/>
          </a:prstGeom>
          <a:solidFill>
            <a:srgbClr val="0E9F8E"/>
          </a:solidFill>
          <a:ln w="25400">
            <a:solidFill>
              <a:srgbClr val="0E9F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527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7552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7552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Preview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0" y="2971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rendering before go-live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1106424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new language goes live with zero missed steps, zero manual test creation, and full cache coverage.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tool. Three teams.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missed translations.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2026-04-10T14:08:42Z</dcterms:created>
  <dcterms:modified xsi:type="dcterms:W3CDTF">2026-04-10T14:08:42Z</dcterms:modified>
</cp:coreProperties>
</file>