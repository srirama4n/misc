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TSDK Adoption Challenges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migrate ADK-based agents to TSDK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9144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REVIEW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502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agent profiles in our ADK codebase — each migrates differently to TSDK.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4023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without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4440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Insights agent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1371600" cy="27432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971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TSDK can be used for these agents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ADK's sequential-agent pattern has no equivalent in TSDK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that chain multiple LLM calls have to be re-architected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417320"/>
            <a:ext cx="40233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tools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440680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Cards agent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37760" y="2560320"/>
            <a:ext cx="173736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GAP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2971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customization required for tool-using agents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we rely on in ADK aren't available out of the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 grows with every tool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gaps in TSDK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capabilities ADK provides that TSDK does not — each adds migration cost or ongoing overhead.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14246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514246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123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3317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246120"/>
            <a:ext cx="12399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 token integration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36038" y="1554480"/>
            <a:ext cx="1514246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36038" y="1554480"/>
            <a:ext cx="1514246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73198" y="1737360"/>
            <a:ext cx="123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22" y="23317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73198" y="3246120"/>
            <a:ext cx="12399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814877" y="1554480"/>
            <a:ext cx="1514246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14877" y="1554480"/>
            <a:ext cx="1514246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52037" y="1737360"/>
            <a:ext cx="123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33172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52037" y="3246120"/>
            <a:ext cx="12399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hooks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93715" y="1554480"/>
            <a:ext cx="1514246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93715" y="1554480"/>
            <a:ext cx="1514246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30875" y="1737360"/>
            <a:ext cx="123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798" y="233172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30875" y="3246120"/>
            <a:ext cx="12399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support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172554" y="1554480"/>
            <a:ext cx="1514246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72554" y="1554480"/>
            <a:ext cx="1514246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09714" y="1737360"/>
            <a:ext cx="123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637" y="233172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09714" y="3246120"/>
            <a:ext cx="12399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MCP registration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 the following slides.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 token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tool calls — a first-class concern in our ADK setup — has no clean path in TSDK.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64592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TSDK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77440" y="2377440"/>
            <a:ext cx="6035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lets us wire OAuth 2 token flows into agents and tools out of the box.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TSDK has no built-in support; tokens must be threaded through manually per call.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Refresh, scope handling, and error retry all become bespoke code.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exposes explicit knobs for managing the model's working memory. TSDK provides none.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64592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TSDK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77440" y="2446020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24460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context_window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51960" y="2377440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control over what the model sees each turn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377440" y="2875788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28757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context_offloading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51960" y="2807208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tool outputs / state to external store; pass references back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377440" y="3305556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77440" y="33055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context_compression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51960" y="3236976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prior turns when the window fills up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377440" y="3735324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77440" y="37353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context_retrieval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51960" y="3666744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info dynamically per step instead of front-loading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377440" y="4165092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77440" y="41650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context_isolation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51960" y="4096512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working context per sub-agent in multi-agent flows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callback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exposes six lifecycle hook points. TSDK exposes none of these out of the 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64592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TSDK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77440" y="2410206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241020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before_agent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51960" y="2377440"/>
            <a:ext cx="41605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state, set up resources before the agent runs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377440" y="2768346"/>
            <a:ext cx="16916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276834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before_model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51960" y="2735580"/>
            <a:ext cx="41605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context, guardrails, caching before the LLM call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377440" y="3126486"/>
            <a:ext cx="16916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77440" y="312648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after_model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51960" y="3093720"/>
            <a:ext cx="41605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conversion, sanitization, formatting after LLM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377440" y="3484626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77440" y="348462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before_tool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51960" y="3451860"/>
            <a:ext cx="41605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tool args or short-circuit with a cached result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377440" y="3842766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77440" y="384276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after_tool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51960" y="3810000"/>
            <a:ext cx="41605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 or standardize tool output before next step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377440" y="4200906"/>
            <a:ext cx="169164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77440" y="420090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after_agent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251960" y="4168140"/>
            <a:ext cx="41605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post-processing of the agent's output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2377440" y="45079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hooks are ones we use today; each becomes custom plumbing in TSDK.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schema support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validated outputs aren't a built-in primitive in TSDK.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64592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TSDK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77440" y="2377440"/>
            <a:ext cx="6035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supports declarative output schemas; TSDK does not.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validation, coercion, and downstream contract enforcement land on us.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guardrail that QA and downstream consumers currently depend 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MCP registration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TSDK requires MCP servers to be registered with the T Platform — a hard prerequisite, not optional.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64592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TSDK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77440" y="2377440"/>
            <a:ext cx="6035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tool exposed via MCP must be registered with the T Platform before TSDK can use it.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platform onboarding to every new tool — even for prototypes and internal experiments.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and external MCP servers face an additional approval surface.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implications of moving today's ADK agents to TSDK as it stands.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5908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73152" cy="2926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204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Re-architecture, not lift-and-shift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04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agents, callbacks, and schema-driven flows must be redesigned, not ported.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76600" y="1600200"/>
            <a:ext cx="25908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76600" y="1600200"/>
            <a:ext cx="73152" cy="2926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9659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6640" y="2560320"/>
            <a:ext cx="204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maintenance overhead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96640" y="3291840"/>
            <a:ext cx="204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missing primitive — auth, context, callbacks, schemas — becomes custom code we own.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96000" y="1600200"/>
            <a:ext cx="25908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96000" y="1600200"/>
            <a:ext cx="73152" cy="2926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9659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6040" y="2560320"/>
            <a:ext cx="204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coupling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16040" y="3291840"/>
            <a:ext cx="204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MCP registration ties tool development pace to T Platform onboarding.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scope migration per agent profile and budget for the gaps above.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TSDK Adoption Challenges</dc:title>
  <dc:subject>PptxGenJS Presentation</dc:subject>
  <dc:creator>Sri</dc:creator>
  <cp:lastModifiedBy>Sri</cp:lastModifiedBy>
  <cp:revision>1</cp:revision>
  <dcterms:created xsi:type="dcterms:W3CDTF">2026-04-30T16:41:29Z</dcterms:created>
  <dcterms:modified xsi:type="dcterms:W3CDTF">2026-04-30T16:41:29Z</dcterms:modified>
</cp:coreProperties>
</file>